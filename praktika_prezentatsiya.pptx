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114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7589520" y="3200400"/>
            <a:ext cx="1828800" cy="1828800"/>
          </a:xfrm>
          <a:prstGeom prst="ellipse">
            <a:avLst/>
          </a:prstGeom>
          <a:solidFill>
            <a:srgbClr val="00B0F0">
              <a:alpha val="30000"/>
            </a:srgbClr>
          </a:solidFill>
          <a:ln w="12700">
            <a:solidFill>
              <a:srgbClr val="00B0F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ӨНДІРІСТІК ПРАКТИКА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ЕСЕБІ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бағдарламалау бойынша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5029200" cy="1280160"/>
          </a:xfrm>
          <a:prstGeom prst="rect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Мамандық: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Ақпараттық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жүйелер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134
</a:t>
            </a:r>
            <a:r>
              <a:rPr lang="en-US" sz="15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Ұзақтығы: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күн  |  </a:t>
            </a:r>
            <a:r>
              <a:rPr lang="en-US" sz="15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Жыл: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kk-KZ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kk-KZ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Орындаған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kk-KZ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Ердханқызы Дана</a:t>
            </a: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МАЗМҰНЫ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1170432"/>
            <a:ext cx="7589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Кіріспе — мақсат пен міндеттер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502920" cy="5029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57200" y="1883664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1920240"/>
            <a:ext cx="7589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1280160" y="1938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Орындалған жұмыстар — 10 күндік жоспар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502920" cy="5029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57200" y="2633472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2670048"/>
            <a:ext cx="7589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1280160" y="26883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Жоба сипаттамасы — "Студент дерекқоры"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502920" cy="5029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3419856"/>
            <a:ext cx="7589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1280160" y="34381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Қолданылған технологиялар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502920" cy="5029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457200" y="4133088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97280" y="4169664"/>
            <a:ext cx="7589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1280160" y="4187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Қорытынды және ұсыныстар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КІРІСПЕ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Мақсат, міндеттер және өзектілік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749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МАҚСАТ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тілін тәжірибеде меңгеру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Нақты жоба әзірлеу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Кәсіби дағдыларды дамыту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3749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33756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МІНДЕТТЕР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37560" y="169164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Деректер құрылымдарын үйрену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 меңгеру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ООП принциптері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Кітапханалармен жұмыс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051560"/>
            <a:ext cx="2743200" cy="374904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30936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ӨЗЕКТІЛІК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169164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№1 тіл (2026)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AI/ML, Data Science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Жоғары сұраныс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ОРЫНДАЛҒАН ЖҰМЫСТАР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күндік оқу жоспары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600200" cy="1645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негіздері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93392" y="1051560"/>
            <a:ext cx="1600200" cy="1645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993392" y="1143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84832" y="150876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Басқару құрылымдары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12464" y="1051560"/>
            <a:ext cx="1600200" cy="1645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712464" y="1143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03904" y="150876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Жинақтар (Collections)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31536" y="1051560"/>
            <a:ext cx="1600200" cy="1645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5431536" y="1143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 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22976" y="150876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Функциялар, модульдер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50608" y="1051560"/>
            <a:ext cx="1600200" cy="1645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150608" y="1143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 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42048" y="150876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ООП негіздері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1600200" cy="1645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274320" y="3063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 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4290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Файлдармен жұмыс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93392" y="2971800"/>
            <a:ext cx="1600200" cy="1645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1993392" y="3063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 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84832" y="34290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712464" y="2971800"/>
            <a:ext cx="1600200" cy="1645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3712464" y="3063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 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03904" y="34290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31536" y="2971800"/>
            <a:ext cx="1600200" cy="1645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431536" y="3063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 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22976" y="34290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Жоба әзірлеу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50608" y="2971800"/>
            <a:ext cx="1600200" cy="164592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7150608" y="3063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 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42048" y="342900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Қорғау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ЖОБА СИПАТТАМАСЫ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solidFill>
            <a:srgbClr val="E8F0FE"/>
          </a:solidFill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"Студент дерекқоры" — Python консольдық жобасы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Функционалдық мүмкіндіктер: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операциялары (қосу, оқу, өңдеу, жою)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форматында деректер сақтау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Консольде кесте шығару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Атауы бойынша іздеу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Бағалар бойынша сұрыптау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Қателерді өңдеу (try/except)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94960" y="1737360"/>
            <a:ext cx="3383280" cy="3154680"/>
          </a:xfrm>
          <a:prstGeom prst="rect">
            <a:avLst/>
          </a:prstGeom>
          <a:solidFill>
            <a:srgbClr val="F4F8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4864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Технологиялар стегі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2286000"/>
            <a:ext cx="301752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5669280" y="23225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77840" y="2880360"/>
            <a:ext cx="3017520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5669280" y="29169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3474720"/>
            <a:ext cx="3017520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5669280" y="35112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77840" y="4069080"/>
            <a:ext cx="3017520" cy="43891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5669280" y="41056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ҚОЛДАНЫЛҒАН ТЕХНОЛОГИЯЛАР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64592" cy="16459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Негізгі бағдарламалау тілі. Синтаксисінің қарапайымдылығы және кең кітапхана жиыны.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164592" cy="16459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02920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Сандық есептеулер мен деректер талдауы үшін арнайы кітапханалар.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164592" cy="164592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Деректерді визуализациялауға арналған кітапхана. Графиктер мен диаграммалар.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164592" cy="164592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50292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657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Нұсқаларды басқару жүйесі. Командалық жұмыс пен кодты сақтау платформасы.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ҚОРЫТЫНДЫ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Нәтижелер мен қалыптасқан дағдылар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Меңгерілген дағдылар: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OOП және функционалдық бағдарламалау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JSON/CSV деректерімен жұмыс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Pandas, Matplotlib кітапханалары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 — нұсқалық басқару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Толыққанды жоба жасау тәжірибесі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Кодты құжаттандыру (Docstrings)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0" y="1005840"/>
            <a:ext cx="3383280" cy="3840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486400" y="1097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23560" y="1645920"/>
            <a:ext cx="3017520" cy="640080"/>
          </a:xfrm>
          <a:prstGeom prst="rect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623560" y="166420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7665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Тақырып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23560" y="2423160"/>
            <a:ext cx="3017520" cy="640080"/>
          </a:xfrm>
          <a:prstGeom prst="rect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5623560" y="244144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76656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Жоба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23560" y="3200400"/>
            <a:ext cx="3017520" cy="640080"/>
          </a:xfrm>
          <a:prstGeom prst="rect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623560" y="321868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6656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жолы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23560" y="3977640"/>
            <a:ext cx="3017520" cy="640080"/>
          </a:xfrm>
          <a:prstGeom prst="rect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623560" y="399592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6656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Аяқталды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ҰСЫНЫСТАР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4572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170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Деректер қоры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 енгізу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743200" cy="4572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33756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94760" y="1170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691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Django арқылы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6172200" y="1097280"/>
            <a:ext cx="2743200" cy="45720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26364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20840" y="1170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интеграциясы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2743200" cy="45720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41148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Тесттер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611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(pytest)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30175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743200" cy="457200"/>
          </a:xfrm>
          <a:prstGeom prst="rect">
            <a:avLst/>
          </a:prstGeom>
          <a:solidFill>
            <a:srgbClr val="8B2FC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333756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94760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83280" y="3611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Ұзақтығын 15 күнге арттыру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30175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6172200" y="3017520"/>
            <a:ext cx="2743200" cy="457200"/>
          </a:xfrm>
          <a:prstGeom prst="rect">
            <a:avLst/>
          </a:prstGeom>
          <a:solidFill>
            <a:srgbClr val="C050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626364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20840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Командалық жоба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3611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 форматы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B0F0">
              <a:alpha val="20000"/>
            </a:srgbClr>
          </a:solidFill>
          <a:ln w="12700">
            <a:solidFill>
              <a:srgbClr val="00B0F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Назарларыңызға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рахмет!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өндірістік практикасы |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363</Words>
  <Application>Microsoft Office PowerPoint</Application>
  <PresentationFormat>Экран (16:9)</PresentationFormat>
  <Paragraphs>125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Практика Есебі</dc:title>
  <dc:subject>PptxGenJS Presentation</dc:subject>
  <dc:creator>PptxGenJS</dc:creator>
  <cp:lastModifiedBy>kizatbeka@list.ru</cp:lastModifiedBy>
  <cp:revision>2</cp:revision>
  <dcterms:created xsi:type="dcterms:W3CDTF">2026-06-04T05:55:26Z</dcterms:created>
  <dcterms:modified xsi:type="dcterms:W3CDTF">2026-06-04T08:03:10Z</dcterms:modified>
</cp:coreProperties>
</file>